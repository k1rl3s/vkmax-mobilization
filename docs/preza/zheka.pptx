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Интервью не проводили, так и говорим: проверка на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области: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было. MVP прошли знакомые и родители команды - это проверка понятности сценария, а не выборка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 и словам экспертов трека с вебинаров хакатона.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бота,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мы считаем уникальным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Окна доступа в квартиры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Замена стояка: жители сами выбирают время, УК видит «ответили 9 из 14»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уведомлений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«Доставлено квартирам 42 из 57» и лист A4 с квартирами для бумажного уведомления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«Мне нужен» на доме без УК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 зовут свою УК, а УК видит дома, где сервиса уже ждут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Список закрепов в чате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 закрепляет одно сообщение, бот ведёт нумерованный список: /pin, /unpin, /repin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Вопрос по строке квитанции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спрашивает про одну строку, УК получает заявку с услугой, суммой и расчётом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Недельная сводка дома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воскресеньям: заявки, объявления, опросы и окно показаний в одном сообщении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бота: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можно замерить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было: MVP проверили на знакомых и родителях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2026-09-30T08:09:22Z</dcterms:created>
  <dcterms:modified xsi:type="dcterms:W3CDTF">2026-09-30T08:09:22Z</dcterms:modified>
</cp:coreProperties>
</file>