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Интервью не проводили, так и говорим: проверка на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 пилоте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Рынок: сумма поля count_mkd реестра УО (выгрузка 1 Реформы ЖКХ от 01.09.2026), метод в docs/data.md. 50+ домов - порог из слов эксперта трека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healthcheck" TargetMode="External"/><Relationship Id="rId6" Type="http://schemas.openxmlformats.org/officeDocument/2006/relationships/hyperlink" Target="https://vkmax.k1rles.ru/api/docs" TargetMode="External"/><Relationship Id="rId8" Type="http://schemas.openxmlformats.org/officeDocument/2006/relationships/hyperlink" Target="https://max.ru/t260_hakaton_max_bot?start=demo_resident_1" TargetMode="External"/><Relationship Id="rId10" Type="http://schemas.openxmlformats.org/officeDocument/2006/relationships/hyperlink" Target="https://max.ru/t260_hakaton_max_bot?start=demo_staff_1" TargetMode="External"/><Relationship Id="rId12" Type="http://schemas.openxmlformats.org/officeDocument/2006/relationships/hyperlink" Target="https://max.ru/t260_hakaton_max_bot?start=demo_admin_1" TargetMode="External"/><Relationship Id="rId14" Type="http://schemas.openxmlformats.org/officeDocument/2006/relationships/hyperlink" Target="https://max.ru/t260_hakaton_max_bot?start=demo_executor_1" TargetMode="External"/><Relationship Id="rId1" Type="http://schemas.openxmlformats.org/officeDocument/2006/relationships/image" Target="../media/image-1-1.png"/><Relationship Id="rId7" Type="http://schemas.openxmlformats.org/officeDocument/2006/relationships/image" Target="../media/image-1-2.png"/><Relationship Id="rId9" Type="http://schemas.openxmlformats.org/officeDocument/2006/relationships/image" Target="../media/image-1-3.png"/><Relationship Id="rId11" Type="http://schemas.openxmlformats.org/officeDocument/2006/relationships/image" Target="../media/image-1-4.png"/><Relationship Id="rId13" Type="http://schemas.openxmlformats.org/officeDocument/2006/relationships/image" Target="../media/image-1-5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2.png"/><Relationship Id="rId4" Type="http://schemas.openxmlformats.org/officeDocument/2006/relationships/image" Target="../media/image-25-4.png"/><Relationship Id="rId6" Type="http://schemas.openxmlformats.org/officeDocument/2006/relationships/image" Target="../media/image-25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1401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140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614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2761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поле commit в /api/healthcheck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456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039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415137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286000" y="449884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463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локально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286000" y="4846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API_TEST_TOKEN=local в .env, Bearer local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19379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286000" y="51937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5412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554126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887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286000" y="58887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.env.example; без MAX_TOKEN всё, кроме бота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0" y="301752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4" name="Image 1" descr="preencoded.png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3017520"/>
            <a:ext cx="1920240" cy="38404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641080" y="30175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34930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7" name="Image 2" descr="preencoded.png">
            <a:hlinkClick r:id="rId10" tooltip="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493008"/>
            <a:ext cx="1920240" cy="384048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641080" y="3493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6583680" y="39684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40" name="Image 3" descr="preencoded.png">
            <a:hlinkClick r:id="rId12" tooltip="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3968496"/>
            <a:ext cx="1920240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8641080" y="3968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2" name="Text 36"/>
          <p:cNvSpPr txBox="1"/>
          <p:nvPr/>
        </p:nvSpPr>
        <p:spPr>
          <a:xfrm>
            <a:off x="6583680" y="444398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demo_executor_1</a:t>
            </a:r>
            <a:endParaRPr lang="en-US" sz="1200" dirty="0"/>
          </a:p>
        </p:txBody>
      </p:sp>
      <p:pic>
        <p:nvPicPr>
          <p:cNvPr id="43" name="Image 4" descr="preencoded.png">
            <a:hlinkClick r:id="rId14" tooltip="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3680" y="4443984"/>
            <a:ext cx="1920240" cy="384048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8641080" y="4443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исполнитель: заявка кнопками в боте</a:t>
            </a:r>
            <a:endParaRPr lang="en-US" sz="1250" dirty="0"/>
          </a:p>
        </p:txBody>
      </p:sp>
      <p:sp>
        <p:nvSpPr>
          <p:cNvPr id="45" name="Text 38"/>
          <p:cNvSpPr txBox="1"/>
          <p:nvPr/>
        </p:nvSpPr>
        <p:spPr>
          <a:xfrm>
            <a:off x="6583680" y="49011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 от 1 до 4, параллельным проверяющим - разные N</a:t>
            </a:r>
            <a:endParaRPr 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583680" y="5212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7" name="Text 40"/>
          <p:cNvSpPr txBox="1"/>
          <p:nvPr/>
        </p:nvSpPr>
        <p:spPr>
          <a:xfrm>
            <a:off x="6583680" y="54864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показания. Сотрудник: принять заявку, отправить на приёмку. Житель: приёмка и оценка в чате. /demo в боте - напоминания сразу. Подробно - README, «Сценарий проверки»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проблеме, видит статус и срок и сам принимает работу. Раз в месяц передаёт показания. УК получает один канал вместо звонков и инструмент под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обл.: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Интервью и пилота не было. MVP прошли знакомые и родители команды - это проверка понятности сценария, а не выборка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действует. Предполагаем, что готового инструмента у многих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может закрыть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у УК 50+ домов и домовых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Сторонний бот засчитают как канал УК в MAX по ПП № 40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Засчитывает ли ГЖИ бот как канал УК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ссылке-приглашению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показывает УК дома, если она известна по реестру. Дом находится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категорией, сразу номер и срок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и число со счётчика, расход,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- по открытым описаниям сервисов и словам эксперта трека (вебинар хакатона). У Жэки заявки доходят только до подключенных УК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место, фото. Сразу номер и срок по норме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«Протечка»: локализовать аварию до 09:42, устранить за 3 суток. Кнопка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3 суток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и число со счётчика, проверка на скачок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Сумма выросла: тариф или расход?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ГВС: тариф с 285,00 до 319,00 ₽ за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Содержание: 35,00 ₽ за м², без изменений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 на тарифах демо-домов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«7 соседей уже сообщили»: одна группа на стояк вместо дублей от каждой квартиры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66928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Фрагменты экранов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2821918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заявка: кто отвечает, срок по норме, соседи уже сообщили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4592077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517" y="1463040"/>
            <a:ext cx="2821918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09197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заявки: статус, срок с основанием, исполнитель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8635514" y="1371600"/>
            <a:ext cx="3004798" cy="4343400"/>
          </a:xfrm>
          <a:prstGeom prst="roundRect">
            <a:avLst>
              <a:gd name="adj" fmla="val 669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6954" y="1463040"/>
            <a:ext cx="2821918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452634" y="5833872"/>
            <a:ext cx="3370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со средним по дому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669280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1508760"/>
            <a:ext cx="2633472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714232" y="1417320"/>
            <a:ext cx="2816352" cy="4572000"/>
          </a:xfrm>
          <a:prstGeom prst="roundRect">
            <a:avLst>
              <a:gd name="adj" fmla="val 7143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5672" y="1508760"/>
            <a:ext cx="263347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ПД, выбор дома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уведомлениями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аналитика, демо-доступ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в боте, приёмка жителем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заявка по звонку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квитанции, прогноз кворума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OCR, подсказка категории, голос: в коде, на стенде выключены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24028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Отдельная установка для каждой УК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Studio, SpeechKit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коде; на стенде выключены - нет ключей Yandex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1980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 в справочнике, по 660 на город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77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из реестра, связаны с 552 домами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01.09.2026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публичные карточки домов (кадастровый номер, износ, состояние, энергокласс) и темы жалоб из справочника НСИ 220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показания: синтетика, помечена в интерфейсе. Оплата не списывает денег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 демо-УК: 5 с демо-входом и 12 фоновых, ИНН заведомо неверные, история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Демо-УК занимают только дома без УК в реестре: настоящие УК не подменяются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Куда звонить: телефоны служб и ГЖИ города, вручную с официальных сайтов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План: свой бот УК на её токене в той же установке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1980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УК на её токене в той же установке, аналитика общая.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всё в домах (МКД) из реестра УО Реформы ЖКХ на 01.09.2026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- 706 155 МКД под управлением 49 312 организаций реестра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 - 470 907 МКД у 3 335 УК, у которых 50+ домов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 до пилота не оцениваем. Фокус - одна УК с 50+ домами в Москве, Санкт-Петербурге или Казани, где справочник уже загружен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Гипотеза: если житель сообщает о проблеме в MAX и сам принимает работу, заявка регистрируется быстрее, а «выполнено» становится фактом, потому что его подтверждает вторая сторона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0574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423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31089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3266968"/>
            <a:ext cx="342351" cy="34235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17320" y="31089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1417320" y="3474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ведёт заявки в кабинете УК,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548640" y="41605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4318528"/>
            <a:ext cx="342351" cy="34235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4160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1417320" y="4526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48640" y="5212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370088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17320" y="52120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1417320" y="55778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583680" y="2011680"/>
            <a:ext cx="5056632" cy="42062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68580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замерим за 2 месяца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2606040"/>
            <a:ext cx="4572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реакции: цель - в сроке категории, авария локализована за 30 минут (ПП РФ № 416, п. 13)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Цели по долям - после первого месяца: базы нет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55321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Пилота и интервью не было: MVP проверили на знакомых и родителях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Допущение: сторонний бот засчитают как канал УК в MAX по ПП № 40. Проверим на пилоте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Геокодинг: Nominatim - 1 запрос в секунду, 30 292 дома Москвы - больше 8 часов. На масштабе свой Nominatim или DaData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публичные карточки домов, справочник НСИ 220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коде продукта есть подсказка категории (YandexGPT), распознавание показаний (Vision OCR) и голосовых (SpeechKit); на стенде они выключены - нет ключей Yandex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2026-09-29T23:25:41Z</dcterms:created>
  <dcterms:modified xsi:type="dcterms:W3CDTF">2026-09-29T23:25:41Z</dcterms:modified>
</cp:coreProperties>
</file>