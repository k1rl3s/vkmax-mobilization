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вписать commit hash и значение API_TEST_TOKEN с прода.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вставить обязательно: критерий «Пользовательская ценность» просит подтверждение данными или интервью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пилота со слайда об эффекте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эффекта - гипотезы до пилота, так и проговаривать. Все метрики уже собираются в событиях и видны на дашборде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Числа МКД: выгрузка КР 1.1 Реформы ЖКХ от 01.09.2026: Москва 30 292, СПб 23 674, Казань 5 887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docs" TargetMode="External"/><Relationship Id="rId7" Type="http://schemas.openxmlformats.org/officeDocument/2006/relationships/hyperlink" Target="https://max.ru/t260_hakaton_max_bot?start=demo_resident_1" TargetMode="External"/><Relationship Id="rId9" Type="http://schemas.openxmlformats.org/officeDocument/2006/relationships/hyperlink" Target="https://max.ru/t260_hakaton_max_bot?start=demo_staff_1" TargetMode="External"/><Relationship Id="rId11" Type="http://schemas.openxmlformats.org/officeDocument/2006/relationships/hyperlink" Target="https://max.ru/t260_hakaton_max_bot?start=demo_admin_1" TargetMode="External"/><Relationship Id="rId1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image" Target="../media/image-1-3.png"/><Relationship Id="rId10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163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8163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821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182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[hash сдаваемой версии]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547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5478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913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3913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42793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645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Bearer [значение API_TEST_TOKEN]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5010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766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423160" y="5376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742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5742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.env.example; MAX_TOKEN - выданный бот, ключи Yandex не нужны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31546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2" name="Image 1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154680"/>
            <a:ext cx="1920240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641080" y="31546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7216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5" name="Image 2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721608"/>
            <a:ext cx="1920240" cy="38404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41080" y="37216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6583680" y="42885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38" name="Image 3" descr="preencoded.png">
            <a:hlinkClick r:id="rId11" tooltip="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88536"/>
            <a:ext cx="1920240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641080" y="4288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583680" y="52852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 и подсказкой категории, показания по фото. Сотрудник: принять заявку, отправить на приёмку. Житель: уведомление, приёмка и оценка в чате. Подробно - README, «Сценарий проверки»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 за минуту, видит статус и сам принимает работу. Раз в месяц передаёт показания. УК получает один канал вместо звонков и выполняет требование ПП РФ № 40 о работе с жителями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 за минуту,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обл.: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N интервью, ключевые цитаты]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взаимодействовать с жителями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действует, а готового инструмента у большинства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закрывает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жители не знают, принято ли обращение и когда ответят; у УК 50+ домов и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на пилоте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сколько человек, география, цитаты]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Текущее время реакции УК пилота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коду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знает УК дома, дом можно найти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 за минуту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счётчика, распознанное значение,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 и Госуслуги Дом: эксперт трека, вебинар хакатона. [Сверить оценки Госуслуги Дом и приложений УК с актуальными версиями]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фото. В приложении категорию подсказывает модель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 принята в работу. Срок: до 18:40. Кнопка в сообщении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до 18:40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Фото, распознанное значение, подтверждение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+820 ₽ к августу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+640  ГВС: расход вырос на 4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+180  содержание: новый тариф с 01.09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квитанции: почему выросла сумма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 это уже пожаловались 7 соседей»: одна группа на стояк вместо дюжины дублей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Экраны мини-приложения на демо-данных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1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922515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Главная: заявка на приёмке, окно показаний, опрос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544066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506" y="1463040"/>
            <a:ext cx="1922515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1186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Заявка: модель подсказала категорию, соседи уже сообщили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539491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931" y="1463040"/>
            <a:ext cx="1922515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56611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Статус, срок и ход заявки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534917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6" name="Image 4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357" y="1463040"/>
            <a:ext cx="1922515" cy="4160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352037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 домом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812280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1508760"/>
            <a:ext cx="2028148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343348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4788" y="150876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Ожидаемый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житель сообщает о проблеме в MAX и сам принимает работу, заявка регистрируется быстрее, а статус «выполнено» становится фактом, потому что его подтверждает вторая сторона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&lt; 1 мин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 проблемы до заявки с номером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гипотеза, замерим на пилоте: сейчас поиск телефона и дозвон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90288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72 ч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90288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длинный срок категории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норматив ПП РФ № 416, п. 36: 10 рабочих дней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83296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57616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группа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вместо дюжины дублей со стояка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по дому, категории и окну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проверим после запуска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рядом со сроком категории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9834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без визита и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 и онбординг в боте и приложении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ролью УК и уведомлениями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поверка, расход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дома, опросы, домовые чаты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приглашения, демо-доступ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 УК, Docker, README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 показаний и подсказка категории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 квартиры, квитанции, демо-оплата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исполнитель и приёмка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сбор доступа, разбор квитанции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кворума, заявка по звонку, бенчмарк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Кабинет оператора платформы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Своя копия сервиса у каждой УК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HTTPS,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 по фото, категория заявки; необязательны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реальных домов в справочнике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реальные УК из карточек домов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на сентябрь 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справочники НСИ для видов счётчиков и услуг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лицевые счета, показания: синтетика, помечена в интерфейсе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Пять демо-УК с заведомо неверными ИНН и историей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Лицевой счёт у всех квартир - её номер с нулями до 10 цифр, например 0000000012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Оплата демонстрационная, деньги не списываются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сроки всех категорий короче норматива в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Бренд: white-label бот на токене УК на том же ядре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зовёт сотрудников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[город пилота]. 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165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на токене УК на общем ядре.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- 49 312 УО в реестре РФ. SAM - 59 853 МКД в Москве, Санкт-Петербурге и Казани. SOM - [оценка на 1-2 года]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 и внедрение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630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[УК и 5-10 её домов, город]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51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017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работает в кабинете вместо тетради.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404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206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29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94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68580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Метрики пилота за 2 месяца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22402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[N]% квартир подключены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в пределах норматива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бота: [N]%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5074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пилотной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Организация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не заменяет ОСС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Пересечение с Госуслуги Дом: делаем то, чего там нет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Загрузка домов: публичный Nominatim - 1 запрос в секунду, Москва грузится около 18 часов. На масштабе свой Nominatim или DaData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Ошибки OCR: житель подтверждает значение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Персональные данные: согласие, доступ только своей УК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справочники НСИ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продукте ИИ подсказывает категорию заявки и распознаёт показания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2026-09-27T17:23:14Z</dcterms:created>
  <dcterms:modified xsi:type="dcterms:W3CDTF">2026-09-27T17:23:14Z</dcterms:modified>
</cp:coreProperties>
</file>