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собрать с COMMIT, см. AGENTS.md.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CustDev вставить обязательно: критерий «Пользовательская ценность» просит подтверждение данными или интервью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Организаторы просят разделять знаем, предполагаем и не знаем. Гипотезы проверяются метриками со слайда об эффекте после запуска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мини-приложения на мок-данных фронтенда. Сообщения бота показываем вживую в демо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эффекта - гипотезы до запуска, так и проговаривать. Все метрики уже собираются в событиях и видны на дашборде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Числа МКД: выгрузка КР 1.1 Реформы ЖКХ от 01.09.2026: Москва 30 292, СПб 23 674, Казань 5 887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/healthcheck" TargetMode="External"/><Relationship Id="rId5" Type="http://schemas.openxmlformats.org/officeDocument/2006/relationships/hyperlink" Target="https://vkmax.k1rles.ru/api/docs" TargetMode="External"/><Relationship Id="rId7" Type="http://schemas.openxmlformats.org/officeDocument/2006/relationships/hyperlink" Target="https://max.ru/t260_hakaton_max_bot?start=demo_resident_1" TargetMode="External"/><Relationship Id="rId9" Type="http://schemas.openxmlformats.org/officeDocument/2006/relationships/hyperlink" Target="https://max.ru/t260_hakaton_max_bot?start=demo_staff_1" TargetMode="External"/><Relationship Id="rId11" Type="http://schemas.openxmlformats.org/officeDocument/2006/relationships/hyperlink" Target="https://max.ru/t260_hakaton_max_bot?start=demo_admin_1" TargetMode="External"/><Relationship Id="rId1" Type="http://schemas.openxmlformats.org/officeDocument/2006/relationships/image" Target="../media/image-1-1.png"/><Relationship Id="rId6" Type="http://schemas.openxmlformats.org/officeDocument/2006/relationships/image" Target="../media/image-1-2.png"/><Relationship Id="rId8" Type="http://schemas.openxmlformats.org/officeDocument/2006/relationships/image" Target="../media/image-1-3.png"/><Relationship Id="rId10" Type="http://schemas.openxmlformats.org/officeDocument/2006/relationships/image" Target="../media/image-1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image" Target="../media/image-26-2.png"/><Relationship Id="rId4" Type="http://schemas.openxmlformats.org/officeDocument/2006/relationships/image" Target="../media/image-26-4.png"/><Relationship Id="rId6" Type="http://schemas.openxmlformats.org/officeDocument/2006/relationships/image" Target="../media/image-26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505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423160" y="24505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8163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23160" y="28163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1821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31821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[hash сдаваемой версии]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547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35478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39136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39136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2793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42793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464515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Токен API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423160" y="464515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DATA-API.yaml, заголовок Authorization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50109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50109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822960" y="53766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Лицевые счета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2423160" y="5376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квартиры с нулями: 0000000012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74243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2423160" y="574243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.env.example; без MAX_TOKEN локально все, кроме бота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6583680" y="315468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32" name="Image 1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3154680"/>
            <a:ext cx="1920240" cy="384048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8641080" y="31546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4" name="Text 30"/>
          <p:cNvSpPr txBox="1"/>
          <p:nvPr/>
        </p:nvSpPr>
        <p:spPr>
          <a:xfrm>
            <a:off x="6583680" y="37216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5" name="Image 2" descr="preencoded.png">
            <a:hlinkClick r:id="rId9" tooltip="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3721608"/>
            <a:ext cx="1920240" cy="384048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8641080" y="37216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7" name="Text 32"/>
          <p:cNvSpPr txBox="1"/>
          <p:nvPr/>
        </p:nvSpPr>
        <p:spPr>
          <a:xfrm>
            <a:off x="6583680" y="428853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38" name="Image 3" descr="preencoded.png">
            <a:hlinkClick r:id="rId11" tooltip="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4288536"/>
            <a:ext cx="1920240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641080" y="42885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40" name="Text 34"/>
          <p:cNvSpPr txBox="1"/>
          <p:nvPr/>
        </p:nvSpPr>
        <p:spPr>
          <a:xfrm>
            <a:off x="6583680" y="49377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6583680" y="5285232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фото, показания по фото. Сотрудник: принять заявку, отправить на приёмку. Житель: уведомление, приёмка и оценка в чате. Подробно - README, «Сценарий проверки»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 за минуту, видит статус и сам принимает работу. Раз в месяц передаёт показания. УК получает один канал вместо звонков и выполняет требование ПП РФ № 40 о взаимодействии с жителями, в том числе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 за минуту,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трека, Минстрой Псковской обл.: жители не знают, зарегистрировано ли обращение и когда его рассмотрят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Там же: непонятно, кто отвечает и куда обращаться - УК, ТСЖ или муниципалитет</a:t>
            </a:r>
            <a:endParaRPr lang="en-US" sz="12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[Выводы CustDev: N интервью, ключевые цитаты]</a:t>
            </a:r>
            <a:endParaRPr lang="en-US" sz="125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обеспечить взаимодействие с жителями, в том числе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действует, а готового инструмента у большинства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закрывает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знаем и что предполагаем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Знаем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 обращение УК отвечает не позднее 10 рабочих дней (ПП РФ № 416, п. 36)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Эксперт трека: жители не знают, принято ли обращение и когда ответят; у УК 50+ домов и чатов без модераторов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недоступен арендатору (эксперт трека)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Предполагаем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 и срок сразу после подачи снижают повторные звонки в диспетчерскую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Ежемесячные показания удерживают жителя между редкими заявками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 подтверждает работу, если это одна кнопка в чате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подключится, чтобы выполнить ПП № 40 без своей разработки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Проверим после запуска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жителей дома, которые уже в MAX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первой УК до подключения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коду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знает УК дома, дом можно найти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 за минуту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счётчика, распознанное значение,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044952"/>
                <a:gridCol w="1609344"/>
                <a:gridCol w="1609344"/>
                <a:gridCol w="1609344"/>
                <a:gridCol w="1609344"/>
                <a:gridCol w="1609344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Госуслуги Дом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2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Доступно арендатору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Кабинет УК с исполнителями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Госуслуги Дом - канал собственника в ГИС ЖКХ. Жэка закрывает то, чего там нет: арендатор, приёмка работы жителем, кабинет УК с исполнителями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 и Госуслуги Дом: эксперт трека, вебинар хакатона. [Сверить оценки Госуслуги Дом и приложений УК с актуальными версиями]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Описание, категория, фото. В приложении категорию подсказывает модель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№ 1542 «Протечка» принята в работу. Срок: до 18:40. Кнопка в сообщении откроет заявку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Приводит жителя в бот, но удержать его одними заявками нельзя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822960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69848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 1542 «Протечка», срок до 18:40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09:12  подана с фото, принята через 28 минут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15:30  на приёмке, житель принял работу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Ход заявки: каждый шаг - сообщение в MAX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Фото, распознанное значение, подтверждение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7" name="Shape 12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+820 ₽ к августу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+640  ГВС: расход вырос на 4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+180  содержание: новый тариф с 01.09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квитанции: почему выросла сумма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«На это уже пожаловались 7 соседей»: одна группа на стояк вместо дюжины дублей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«выехал - готово» и присылает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7040880" y="731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Экраны мини-приложения на модельных данных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7" name="Image 1" descr="/Users/k1rles/papka/code/vkmax-mobilization/docs/preza/screens/01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922515" cy="4160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Главная: заявка на приёмке, окно показаний, опрос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544066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0" name="Image 2" descr="/Users/k1rles/papka/code/vkmax-mobilization/docs/preza/screens/02-new-requ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506" y="1463040"/>
            <a:ext cx="1922515" cy="4160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361186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Заявка: модель подсказала категорию, соседи уже сообщили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6539491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3" name="Image 3" descr="/Users/k1rles/papka/code/vkmax-mobilization/docs/preza/screens/03-reque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931" y="1463040"/>
            <a:ext cx="1922515" cy="4160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56611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Статус, срок и ход заявки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9534917" y="1371600"/>
            <a:ext cx="2105395" cy="4343400"/>
          </a:xfrm>
          <a:prstGeom prst="roundRect">
            <a:avLst>
              <a:gd name="adj" fmla="val 9555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16" name="Image 4" descr="/Users/k1rles/papka/code/vkmax-mobilization/docs/preza/screens/04-met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6357" y="1463040"/>
            <a:ext cx="1922515" cy="41605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352037" y="5833872"/>
            <a:ext cx="24711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Показания: расход и сравнение с домом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Сообщение о каждой новой заявке, группы коллективных заявок, назначение исполнителя, просроченные заявки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812280" y="1417320"/>
            <a:ext cx="2211028" cy="4572000"/>
          </a:xfrm>
          <a:prstGeom prst="roundRect">
            <a:avLst>
              <a:gd name="adj" fmla="val 9098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2" name="Image 5" descr="/Users/k1rles/papka/code/vkmax-mobilization/docs/preza/screens/05-admin-request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1508760"/>
            <a:ext cx="2028148" cy="438912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9343348" y="1417320"/>
            <a:ext cx="2211028" cy="4572000"/>
          </a:xfrm>
          <a:prstGeom prst="roundRect">
            <a:avLst>
              <a:gd name="adj" fmla="val 9098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pic>
        <p:nvPicPr>
          <p:cNvPr id="24" name="Image 6" descr="/Users/k1rles/papka/code/vkmax-mobilization/docs/preza/screens/06-analytic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4788" y="1508760"/>
            <a:ext cx="20281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привязка к дому, объявления УК, список закрепов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QR, демо-доступ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Уведомление открывает нужную заявку в приложении, сотруднику - в кабинете УК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Ожидаемый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Если житель сообщает о проблеме в MAX и сам принимает работу, заявка регистрируется быстрее, а статус «выполнено» становится фактом, потому что его подтверждает вторая сторона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48640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&lt; 1 мин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 проблемы до заявки с номером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гипотеза, замерим после запуска: сейчас поиск телефона и дозвон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90288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10 дней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590288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самый длинный срок категории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рабочих, не дольше срока ответа по ПП РФ № 416, п. 36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83296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57616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 группа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8357616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вместо дюжины дублей со стояка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57616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по дому, категории и окну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проверим после запуска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834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УК рядом со сроком категории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49834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без визита и звонка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 и онбординг в боте и приложении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ролью УК и уведомлениями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поверка, расход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дома, опросы, домовые чаты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приглашения, демо-доступ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 УК, Docker, README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 показаний и подсказка категории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Подтверждение квартиры, квитанции, демо-оплата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исполнитель и приёмка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сбор доступа, разбор квитанции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кворума, заявка по звонку, бенчмарк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Кабинет оператора платформы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Своя копия сервиса у каждой УК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TLS хоста,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 по фото, категория заявки; необязательны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организации. 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165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реальных домов в справочнике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реальные УК из карточек домов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на сентябрь 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справочники НСИ для видов счётчиков и услуг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лицевые счета, показания: синтетика, помечена в интерфейсе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Пять демо-УК с заведомо неверными ИНН и историей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Лицевой счёт у всех квартир - её номер с нулями до 10 цифр, например 0000000012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Оплата демонстрационная, деньги не списываются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ни один срок категории не длиннее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3931920"/>
          </a:xfrm>
          <a:prstGeom prst="roundRect">
            <a:avLst>
              <a:gd name="adj" fmla="val 4651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423160"/>
            <a:ext cx="48920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Бренд: white-label бот на токене УК на том же ядре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6000"/>
            </a:avLst>
          </a:prstGeom>
          <a:solidFill>
            <a:srgbClr val="D5D9E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56235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Новый регион без изменений ядра: </a:t>
            </a:r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загружает выгрузку КР 1.1 и реестр УО Реформы ЖКХ, под регион настраиваются выгрузка и разбор адресов. УК подключается сама по ИНН и коду регистрации, сотрудников зовёт ссылками, своих ИТ-специалистов не нужно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Скрипт выгрузки уже работает с КР 1.1 этих регионов, в демо 165 домов.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white-label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на токене УК на общем ядре.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TAM - 49 312 УО в реестре РФ. SAM - 59 853 МКД в Москве, Санкт-Петербурге и Казани. SOM - [оценка на 1-2 года]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План пилота и внедрения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630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288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Одна УК и 5-10 её домов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51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3017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работает в кабинете вместо тетради.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404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2062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29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94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685800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замерим за 2 месяца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6858000" y="224028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подключенных квартир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УК в пределах норматива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</a:t>
            </a:r>
            <a:endParaRPr lang="en-US" sz="14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5074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первой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Организация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не заменяет ОСС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первым, пока житель его не открыл: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помнит около 1 000 чатов: привязки чатов храним у себя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Пересечение с Госуслуги Дом: делаем то, чего там нет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Загрузка домов: публичный Nominatim - 1 запрос в секунду, Москва грузится около 18 часов. На масштабе свой Nominatim или DaData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Ошибки OCR: житель подтверждает значение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Персональные данные: согласие, доступ только своей УК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справочники НСИ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Вебинары хакатона MAX, эксперт трека «Умный город» (Минстрой Псковской области): боли жителей и УК, Госуслуги Дом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ИИ-ассистент был вспомогательным инструментом и писал код по планам и правилам команды; продуктовые решения, архитектура и проверка - за командой. В продукте ИИ подсказывает категорию заявки и распознаёт показания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2026-09-29T22:21:34Z</dcterms:created>
  <dcterms:modified xsi:type="dcterms:W3CDTF">2026-09-29T22:21:34Z</dcterms:modified>
</cp:coreProperties>
</file>